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306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889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Customer360 Data Warehouse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SQL Server: from messy data to business answers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97280" cy="64008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Amogelang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 &amp;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Customer360 warehouse: one view of every customer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the data in Excel first: grouped related columns by colour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the architecture in draw.io before writing any code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everything with SQL only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Two-database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5B6575"/>
          </a:solidFill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stg_Customer360</a:t>
            </a:r>
            <a:endParaRPr lang="en-US" sz="22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Staging: one flat table, customer_activity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03520" y="155448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0" y="15544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dwh_Customer360</a:t>
            </a:r>
            <a:endParaRPr lang="en-US" sz="22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Warehouse: split into dimension tables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1031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only split into separate tables when the warehouse is built.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the CSV would not load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problems in the CSV to import as a flat file in SSMS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insert the values manually with INSERT … VALUES (test1.sql)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mattered: staging loaded cleanly and became a trusted starting point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staging load ran successfully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13716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347472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1234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64949" y="1371599"/>
            <a:ext cx="1070203" cy="594359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92240" y="1234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dim_customer_contact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H="1">
            <a:off x="5691027" y="2331720"/>
            <a:ext cx="801212" cy="182880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21451" y="2257813"/>
            <a:ext cx="731520" cy="182880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92240" y="20574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49224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dim_interaction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331720"/>
            <a:ext cx="0" cy="182880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dim_event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 flipV="1">
            <a:off x="2764949" y="2880360"/>
            <a:ext cx="874896" cy="274320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92240" y="28803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9224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dim_account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154680"/>
            <a:ext cx="0" cy="0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8640" y="3703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dim_transaction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 flipV="1">
            <a:off x="2743200" y="3080773"/>
            <a:ext cx="1188720" cy="896867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92240" y="370332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492240" y="3703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3977640"/>
            <a:ext cx="0" cy="0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9"/>
          <p:cNvSpPr/>
          <p:nvPr/>
        </p:nvSpPr>
        <p:spPr>
          <a:xfrm flipH="1">
            <a:off x="5532119" y="1554480"/>
            <a:ext cx="960120" cy="595333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</p:sp>
      <p:sp>
        <p:nvSpPr>
          <p:cNvPr id="31" name="Shape 9"/>
          <p:cNvSpPr/>
          <p:nvPr/>
        </p:nvSpPr>
        <p:spPr>
          <a:xfrm flipH="1" flipV="1">
            <a:off x="5532119" y="2833668"/>
            <a:ext cx="960120" cy="366732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</p:sp>
      <p:sp>
        <p:nvSpPr>
          <p:cNvPr id="32" name="Shape 9"/>
          <p:cNvSpPr/>
          <p:nvPr/>
        </p:nvSpPr>
        <p:spPr>
          <a:xfrm flipH="1" flipV="1">
            <a:off x="5303518" y="3063238"/>
            <a:ext cx="1188717" cy="993853"/>
          </a:xfrm>
          <a:prstGeom prst="line">
            <a:avLst/>
          </a:prstGeom>
          <a:noFill/>
          <a:ln w="12700">
            <a:solidFill>
              <a:srgbClr val="5B657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SSIS pipeline — Phase 1: staging</a:t>
            </a:r>
          </a:p>
        </p:txBody>
      </p:sp>
      <p:pic>
        <p:nvPicPr>
          <p:cNvPr id="3" name="SSIS Control Flow: staging database creation, staging table creation and data loading" descr="first phase of 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96" y="868680"/>
            <a:ext cx="7653207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776472"/>
            <a:ext cx="7863840" cy="11841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 b="1"/>
            </a:pPr>
            <a:r>
              <a:t>This phase prepares the raw Customer360 data for the warehouse.</a:t>
            </a:r>
          </a:p>
          <a:p>
            <a:pPr>
              <a:spcAft>
                <a:spcPts val="200"/>
              </a:spcAft>
              <a:defRPr sz="1200"/>
            </a:pPr>
            <a:r>
              <a:t>1. create_stg_customer360 — creates the staging database.</a:t>
            </a:r>
          </a:p>
          <a:p>
            <a:pPr>
              <a:spcAft>
                <a:spcPts val="200"/>
              </a:spcAft>
              <a:defRPr sz="1200"/>
            </a:pPr>
            <a:r>
              <a:t>2. create_stg_tables — creates the staging table structure.</a:t>
            </a:r>
          </a:p>
          <a:p>
            <a:pPr>
              <a:spcAft>
                <a:spcPts val="200"/>
              </a:spcAft>
              <a:defRPr sz="1200"/>
            </a:pPr>
            <a:r>
              <a:t>3. loading_data_into_stg_table — loads the source data into staging. The green check indicates success.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SSIS pipeline — Phase 2: data warehouse</a:t>
            </a:r>
          </a:p>
        </p:txBody>
      </p:sp>
      <p:pic>
        <p:nvPicPr>
          <p:cNvPr id="3" name="SSIS Control Flow: warehouse database creation, warehouse table creation and splitting data" descr="second part p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11" y="868680"/>
            <a:ext cx="7640978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776472"/>
            <a:ext cx="7863840" cy="11841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 b="1"/>
            </a:pPr>
            <a:r>
              <a:t>This phase creates the warehouse structure and separates the staged data into the designed tables.</a:t>
            </a:r>
          </a:p>
          <a:p>
            <a:pPr>
              <a:spcAft>
                <a:spcPts val="200"/>
              </a:spcAft>
              <a:defRPr sz="1200"/>
            </a:pPr>
            <a:r>
              <a:t>1. create_dwh_database — creates the data warehouse database.</a:t>
            </a:r>
          </a:p>
          <a:p>
            <a:pPr>
              <a:spcAft>
                <a:spcPts val="200"/>
              </a:spcAft>
              <a:defRPr sz="1200"/>
            </a:pPr>
            <a:r>
              <a:t>2. creating_dwh_tables — creates the warehouse tables.</a:t>
            </a:r>
          </a:p>
          <a:p>
            <a:pPr>
              <a:spcAft>
                <a:spcPts val="200"/>
              </a:spcAft>
              <a:defRPr sz="1200"/>
            </a:pPr>
            <a:r>
              <a:t>3. splitting_dwh_data — distributes staged data into warehouse tables. The green check indicates success.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20 business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Themes: customer base, products, transactions, CRM/engagement, segmentation, plus 2 stretch questions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answers run as SQL against the dimensional model, not raw tables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ambiguous term (e.g. "active", "high value") has a stated definition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script: DWH build plus all 20 answers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334</Words>
  <Application>Microsoft Office PowerPoint</Application>
  <PresentationFormat>On-screen Show (16:9)</PresentationFormat>
  <Paragraphs>51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Customer360 Data Warehouse</dc:title>
  <dc:subject>PptxGenJS Presentation</dc:subject>
  <dc:creator>PptxGenJS</dc:creator>
  <cp:lastModifiedBy>Amogelang</cp:lastModifiedBy>
  <cp:revision>2</cp:revision>
  <dcterms:created xsi:type="dcterms:W3CDTF">2026-10-04T23:19:43Z</dcterms:created>
  <dcterms:modified xsi:type="dcterms:W3CDTF">2026-10-19T19:06:35Z</dcterms:modified>
</cp:coreProperties>
</file>